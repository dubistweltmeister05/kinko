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Embedded Systems in Drones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practical overview of how drones sense, think, communicate, and fly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Hell is an Embedded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Dedicated computing system</a:t>
            </a:r>
          </a:p>
          <a:p>
            <a:r>
              <a:t>• Real-time interaction with hardware</a:t>
            </a:r>
          </a:p>
          <a:p>
            <a:r>
              <a:t>• Examples: ECUs, washing machines, smartwatches, drones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Drone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Flight Controller</a:t>
            </a:r>
          </a:p>
          <a:p>
            <a:r>
              <a:t>• ESCs</a:t>
            </a:r>
          </a:p>
          <a:p>
            <a:r>
              <a:t>• Motors &amp; Propellers</a:t>
            </a:r>
          </a:p>
          <a:p>
            <a:r>
              <a:t>• Battery</a:t>
            </a:r>
          </a:p>
          <a:p>
            <a:r>
              <a:t>• Sensors</a:t>
            </a:r>
          </a:p>
          <a:p>
            <a:r>
              <a:t>• Radio &amp; Telemetry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Brain of the Drone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MCUs vs MPUs</a:t>
            </a:r>
          </a:p>
          <a:p>
            <a:r>
              <a:t>• Flight Controllers</a:t>
            </a:r>
          </a:p>
          <a:p>
            <a:r>
              <a:t>• Real-Time Systems</a:t>
            </a:r>
          </a:p>
          <a:p>
            <a:r>
              <a:t>• Why timing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Drone Knows Where It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IMU</a:t>
            </a:r>
          </a:p>
          <a:p>
            <a:r>
              <a:t>• GPS/GNSS</a:t>
            </a:r>
          </a:p>
          <a:p>
            <a:r>
              <a:t>• Barometer</a:t>
            </a:r>
          </a:p>
          <a:p>
            <a:r>
              <a:t>• Optical Flow</a:t>
            </a:r>
          </a:p>
          <a:p>
            <a:r>
              <a:t>• ToF &amp; LiDAR</a:t>
            </a:r>
          </a:p>
          <a:p>
            <a:r>
              <a:t>• Cameras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Combining noisy sensors</a:t>
            </a:r>
          </a:p>
          <a:p>
            <a:r>
              <a:t>• Prediction + Correction</a:t>
            </a:r>
          </a:p>
          <a:p>
            <a:r>
              <a:t>• Kalman Filters</a:t>
            </a:r>
          </a:p>
          <a:p>
            <a:r>
              <a:t>• Extended Kalman Filters</a:t>
            </a:r>
          </a:p>
          <a:p>
            <a:r>
              <a:t>• State 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vs Closed Loop</a:t>
            </a:r>
          </a:p>
          <a:p>
            <a:r>
              <a:t>• Feedback Systems</a:t>
            </a:r>
          </a:p>
          <a:p>
            <a:r>
              <a:t>• PID Controllers</a:t>
            </a:r>
          </a:p>
          <a:p>
            <a:r>
              <a:t>• Cascaded Loops</a:t>
            </a:r>
          </a:p>
          <a:p>
            <a:r>
              <a:t>• Motor Mixing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RC Links</a:t>
            </a:r>
          </a:p>
          <a:p>
            <a:r>
              <a:t>• Telemetry</a:t>
            </a:r>
          </a:p>
          <a:p>
            <a:r>
              <a:t>• MAVLink</a:t>
            </a:r>
          </a:p>
          <a:p>
            <a:r>
              <a:t>• CAN Bus / DroneCAN</a:t>
            </a:r>
          </a:p>
          <a:p>
            <a:r>
              <a:t>• UART, I2C, SPI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AI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 Detection</a:t>
            </a:r>
          </a:p>
          <a:p>
            <a:r>
              <a:t>• Tracking</a:t>
            </a:r>
          </a:p>
          <a:p>
            <a:r>
              <a:t>• Obstacle Avoidance</a:t>
            </a:r>
          </a:p>
          <a:p>
            <a:r>
              <a:t>• Visual Navigation</a:t>
            </a:r>
          </a:p>
          <a:p>
            <a:r>
              <a:t>• Landing Zone Detection</a:t>
            </a:r>
          </a:p>
          <a:p>
            <a:r>
              <a:t>• TinyML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Classical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AI: perception &amp; decisions</a:t>
            </a:r>
          </a:p>
          <a:p>
            <a:r>
              <a:t>• PID: stability &amp; control</a:t>
            </a:r>
          </a:p>
          <a:p>
            <a:r>
              <a:t>• Deterministic real-time loops remain critical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Visual-Inertial Odometry</a:t>
            </a:r>
          </a:p>
          <a:p>
            <a:r>
              <a:t>• Event Cameras</a:t>
            </a:r>
          </a:p>
          <a:p>
            <a:r>
              <a:t>• Swarm Drones</a:t>
            </a:r>
          </a:p>
          <a:p>
            <a:r>
              <a:t>• AI Accelerators</a:t>
            </a:r>
          </a:p>
          <a:p>
            <a:r>
              <a:t>• Autonomous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Sensors → Sensor Fusion → State Estimation → Control → Motors → Motion</a:t>
            </a:r>
          </a:p>
          <a:p/>
          <a:p>
            <a:r>
              <a:t>AI augments the pipeline; it does not replace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